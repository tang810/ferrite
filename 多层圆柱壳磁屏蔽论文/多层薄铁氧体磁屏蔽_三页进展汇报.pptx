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gress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E6EEF5"/>
          </a:solidFill>
          <a:ln w="12700">
            <a:solidFill>
              <a:srgbClr val="E6EE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2940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多层薄铁氧体圆柱壳磁屏蔽仿真与论文进展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67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67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研究定位与阶段目标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6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从“单一屏蔽因子比较”转向“方向屏蔽—磁噪声几何因子—层分辨贡献”的统一评估框架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2194560" cy="45720"/>
          </a:xfrm>
          <a:prstGeom prst="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1234440" cy="2560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研究对象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1719072"/>
            <a:ext cx="3657600" cy="1143000"/>
          </a:xfrm>
          <a:prstGeom prst="rect">
            <a:avLst/>
          </a:prstGeom>
          <a:solidFill>
            <a:srgbClr val="E8F5FB"/>
          </a:solidFill>
          <a:ln w="12700">
            <a:solidFill>
              <a:srgbClr val="2D9C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多层薄铁氧体圆柱壳磁屏蔽：用多层薄铁氧体片材拼装圆柱壳，替代难加工、易脆裂的单体厚壁铁氧体圆柱。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3127248"/>
            <a:ext cx="1234440" cy="256032"/>
          </a:xfrm>
          <a:prstGeom prst="rect">
            <a:avLst/>
          </a:prstGeom>
          <a:solidFill>
            <a:srgbClr val="3F8F5F"/>
          </a:solidFill>
          <a:ln>
            <a:solidFill>
              <a:srgbClr val="3F8F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核心问题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3456432"/>
            <a:ext cx="3657600" cy="1335024"/>
          </a:xfrm>
          <a:prstGeom prst="rect">
            <a:avLst/>
          </a:prstGeom>
          <a:solidFill>
            <a:srgbClr val="EAF5EF"/>
          </a:solidFill>
          <a:ln w="12700">
            <a:solidFill>
              <a:srgbClr val="3F8F5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固定铁氧体用量下，层数 N、层厚 a、层间间隙 g 如何选择，才能在中心漏磁、径向占用与磁噪声相关损耗之间取得平衡？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5074920"/>
            <a:ext cx="1627632" cy="960120"/>
          </a:xfrm>
          <a:prstGeom prst="rect">
            <a:avLst/>
          </a:prstGeom>
          <a:solidFill>
            <a:srgbClr val="F4F7FA"/>
          </a:solidFill>
          <a:ln w="13970">
            <a:solidFill>
              <a:srgbClr val="1F4E7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当前论文定位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方法型工作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验证参考场 + 分量定义 + 损耗积分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54864" cy="9601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31720" y="5074920"/>
            <a:ext cx="1874520" cy="960120"/>
          </a:xfrm>
          <a:prstGeom prst="rect">
            <a:avLst/>
          </a:prstGeom>
          <a:solidFill>
            <a:srgbClr val="F4F7FA"/>
          </a:solidFill>
          <a:ln w="13970">
            <a:solidFill>
              <a:srgbClr val="2D9C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当前数据范围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横向连续壳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μr′=1000，σ=0.01 S/m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31720" y="5074920"/>
            <a:ext cx="54864" cy="960120"/>
          </a:xfrm>
          <a:prstGeom prst="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17336" y="2889504"/>
            <a:ext cx="9144" cy="0"/>
          </a:xfrm>
          <a:prstGeom prst="line">
            <a:avLst/>
          </a:prstGeom>
          <a:noFill/>
          <a:ln w="20320">
            <a:solidFill>
              <a:srgbClr val="2D9CD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16368" y="2889504"/>
            <a:ext cx="9144" cy="0"/>
          </a:xfrm>
          <a:prstGeom prst="line">
            <a:avLst/>
          </a:prstGeom>
          <a:noFill/>
          <a:ln w="20320">
            <a:solidFill>
              <a:srgbClr val="2D9CD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915400" y="2889504"/>
            <a:ext cx="9144" cy="0"/>
          </a:xfrm>
          <a:prstGeom prst="line">
            <a:avLst/>
          </a:prstGeom>
          <a:noFill/>
          <a:ln w="20320">
            <a:solidFill>
              <a:srgbClr val="2D9CD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314432" y="2889504"/>
            <a:ext cx="9144" cy="0"/>
          </a:xfrm>
          <a:prstGeom prst="line">
            <a:avLst/>
          </a:prstGeom>
          <a:noFill/>
          <a:ln w="20320">
            <a:solidFill>
              <a:srgbClr val="2D9CD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773168" y="2487168"/>
            <a:ext cx="292608" cy="29260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20640" y="2487168"/>
            <a:ext cx="978408" cy="804672"/>
          </a:xfrm>
          <a:prstGeom prst="rect">
            <a:avLst/>
          </a:prstGeom>
          <a:solidFill>
            <a:srgbClr val="EAF2F8"/>
          </a:solidFill>
          <a:ln w="12700">
            <a:solidFill>
              <a:srgbClr val="1F4E7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无屏蔽参考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B0 方向校准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6172200" y="2487168"/>
            <a:ext cx="292608" cy="292608"/>
          </a:xfrm>
          <a:prstGeom prst="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19672" y="2487168"/>
            <a:ext cx="978408" cy="804672"/>
          </a:xfrm>
          <a:prstGeom prst="rect">
            <a:avLst/>
          </a:prstGeom>
          <a:solidFill>
            <a:srgbClr val="E8F5FB"/>
          </a:solidFill>
          <a:ln w="12700">
            <a:solidFill>
              <a:srgbClr val="2D9C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方向屏蔽因子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SFx = |B0x|/|Bx|</a:t>
            </a:r>
            <a:endParaRPr lang="en-US" sz="1160" dirty="0"/>
          </a:p>
        </p:txBody>
      </p:sp>
      <p:sp>
        <p:nvSpPr>
          <p:cNvPr id="21" name="Text 19"/>
          <p:cNvSpPr/>
          <p:nvPr/>
        </p:nvSpPr>
        <p:spPr>
          <a:xfrm>
            <a:off x="7571232" y="2487168"/>
            <a:ext cx="292608" cy="292608"/>
          </a:xfrm>
          <a:prstGeom prst="rect">
            <a:avLst/>
          </a:prstGeom>
          <a:solidFill>
            <a:srgbClr val="3F8F5F"/>
          </a:solidFill>
          <a:ln>
            <a:solidFill>
              <a:srgbClr val="3F8F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18704" y="2487168"/>
            <a:ext cx="978408" cy="804672"/>
          </a:xfrm>
          <a:prstGeom prst="rect">
            <a:avLst/>
          </a:prstGeom>
          <a:solidFill>
            <a:srgbClr val="EAF5EF"/>
          </a:solidFill>
          <a:ln w="12700">
            <a:solidFill>
              <a:srgbClr val="3F8F5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虚拟线圈模型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IntH2 = ∫H²dV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8970264" y="2487168"/>
            <a:ext cx="292608" cy="292608"/>
          </a:xfrm>
          <a:prstGeom prst="rect">
            <a:avLst/>
          </a:prstGeom>
          <a:solidFill>
            <a:srgbClr val="E38B29"/>
          </a:solidFill>
          <a:ln>
            <a:solidFill>
              <a:srgbClr val="E38B2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17736" y="2487168"/>
            <a:ext cx="978408" cy="804672"/>
          </a:xfrm>
          <a:prstGeom prst="rect">
            <a:avLst/>
          </a:prstGeom>
          <a:solidFill>
            <a:srgbClr val="FFF2E1"/>
          </a:solidFill>
          <a:ln w="12700">
            <a:solidFill>
              <a:srgbClr val="E38B2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层分辨分析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IntH2Li / total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10369296" y="2487168"/>
            <a:ext cx="292608" cy="292608"/>
          </a:xfrm>
          <a:prstGeom prst="rect">
            <a:avLst/>
          </a:prstGeom>
          <a:solidFill>
            <a:srgbClr val="7C5CC4"/>
          </a:solidFill>
          <a:ln>
            <a:solidFill>
              <a:srgbClr val="7C5C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716768" y="2487168"/>
            <a:ext cx="978408" cy="804672"/>
          </a:xfrm>
          <a:prstGeom prst="rect">
            <a:avLst/>
          </a:prstGeom>
          <a:solidFill>
            <a:srgbClr val="F1ECFB"/>
          </a:solidFill>
          <a:ln w="12700">
            <a:solidFill>
              <a:srgbClr val="7C5CC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验证门控报告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仅纳入通过数据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4773168" y="1389888"/>
            <a:ext cx="1508760" cy="256032"/>
          </a:xfrm>
          <a:prstGeom prst="rect">
            <a:avLst/>
          </a:prstGeom>
          <a:solidFill>
            <a:srgbClr val="E38B29"/>
          </a:solidFill>
          <a:ln>
            <a:solidFill>
              <a:srgbClr val="E38B2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论文贡献表达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73168" y="3785616"/>
            <a:ext cx="6903720" cy="1243584"/>
          </a:xfrm>
          <a:prstGeom prst="rect">
            <a:avLst/>
          </a:prstGeom>
          <a:solidFill>
            <a:srgbClr val="FFF2E1"/>
          </a:solidFill>
          <a:ln w="12700">
            <a:solidFill>
              <a:srgbClr val="E38B2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不是直接声称“四层一定最优”，而是建立可复用的测量导向表征流程。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把方向性 SF、铁氧体体积、层分辨 IntH2 同时纳入同一评价框架。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所有结论均限定在已验证的横向连续壳仿真范围内。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67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本阶段已完成：仿真—后处理—论文链条打通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6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围绕旧数据不可用、边界条件不一致、薄层网格不充分三个问题，完成统一修正与收敛验证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2194560" cy="45720"/>
          </a:xfrm>
          <a:prstGeom prst="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1691640" cy="2560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关键问题与修正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767328" y="1865376"/>
            <a:ext cx="585216" cy="0"/>
          </a:xfrm>
          <a:prstGeom prst="line">
            <a:avLst/>
          </a:prstGeom>
          <a:noFill/>
          <a:ln w="20320">
            <a:solidFill>
              <a:srgbClr val="D3DCE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67328" y="3154680"/>
            <a:ext cx="585216" cy="0"/>
          </a:xfrm>
          <a:prstGeom prst="line">
            <a:avLst/>
          </a:prstGeom>
          <a:noFill/>
          <a:ln w="20320">
            <a:solidFill>
              <a:srgbClr val="D3DCE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67328" y="4443984"/>
            <a:ext cx="585216" cy="0"/>
          </a:xfrm>
          <a:prstGeom prst="line">
            <a:avLst/>
          </a:prstGeom>
          <a:noFill/>
          <a:ln w="20320">
            <a:solidFill>
              <a:srgbClr val="D3DCE6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66928" y="1609344"/>
            <a:ext cx="3063240" cy="877824"/>
          </a:xfrm>
          <a:prstGeom prst="rect">
            <a:avLst/>
          </a:prstGeom>
          <a:solidFill>
            <a:srgbClr val="FDEBEC"/>
          </a:solidFill>
          <a:ln w="12700">
            <a:solidFill>
              <a:srgbClr val="C850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 1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旧 B0 参考方向错误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 B0 的 z 分量大于 x 分量，导致 SF&lt;1，物理上不合理。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443984" y="1609344"/>
            <a:ext cx="3657600" cy="877824"/>
          </a:xfrm>
          <a:prstGeom prst="rect">
            <a:avLst/>
          </a:prstGeom>
          <a:solidFill>
            <a:srgbClr val="E8F5FB"/>
          </a:solidFill>
          <a:ln w="12700">
            <a:solidFill>
              <a:srgbClr val="2D9C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修正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重建 B0_reference_x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H0=1 A/m，得到 B0_Bx≈1.2566×10⁻⁶ T，方向纯度 6.47×10⁶。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613648" y="1609344"/>
            <a:ext cx="2651760" cy="877824"/>
          </a:xfrm>
          <a:prstGeom prst="rect">
            <a:avLst/>
          </a:prstGeom>
          <a:solidFill>
            <a:srgbClr val="EAF5EF"/>
          </a:solidFill>
          <a:ln w="12700">
            <a:solidFill>
              <a:srgbClr val="3F8F5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可作为 x 向外场标定参考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2898648"/>
            <a:ext cx="3063240" cy="877824"/>
          </a:xfrm>
          <a:prstGeom prst="rect">
            <a:avLst/>
          </a:prstGeom>
          <a:solidFill>
            <a:srgbClr val="FDEBEC"/>
          </a:solidFill>
          <a:ln w="12700">
            <a:solidFill>
              <a:srgbClr val="C850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 2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B0 与 shield 工程边界不一致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旧 shield 使用 torus/current 激励，不能与 tangential-H 的 B0 直接相除。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443984" y="2898648"/>
            <a:ext cx="3657600" cy="877824"/>
          </a:xfrm>
          <a:prstGeom prst="rect">
            <a:avLst/>
          </a:prstGeom>
          <a:solidFill>
            <a:srgbClr val="E8F5FB"/>
          </a:solidFill>
          <a:ln w="12700">
            <a:solidFill>
              <a:srgbClr val="2D9C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修正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个 shield case 全部重建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统一为 x 向切向 H 边界条件，并按方向分量计算 SFx。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8613648" y="2898648"/>
            <a:ext cx="2651760" cy="877824"/>
          </a:xfrm>
          <a:prstGeom prst="rect">
            <a:avLst/>
          </a:prstGeom>
          <a:solidFill>
            <a:srgbClr val="EAF5EF"/>
          </a:solidFill>
          <a:ln w="12700">
            <a:solidFill>
              <a:srgbClr val="3F8F5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个 case 的 SFx 均 &gt; 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" y="4187952"/>
            <a:ext cx="3063240" cy="877824"/>
          </a:xfrm>
          <a:prstGeom prst="rect">
            <a:avLst/>
          </a:prstGeom>
          <a:solidFill>
            <a:srgbClr val="FDEBEC"/>
          </a:solidFill>
          <a:ln w="12700">
            <a:solidFill>
              <a:srgbClr val="C850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 3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0.08 mm 薄层网格剖分不足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空气域与薄层尺度相差大，默认自适应网格不能直接作为结论依据。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443984" y="4187952"/>
            <a:ext cx="3657600" cy="877824"/>
          </a:xfrm>
          <a:prstGeom prst="rect">
            <a:avLst/>
          </a:prstGeom>
          <a:solidFill>
            <a:srgbClr val="E8F5FB"/>
          </a:solidFill>
          <a:ln w="12700">
            <a:solidFill>
              <a:srgbClr val="2D9C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修正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coarse / medium / fine 收敛验证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统一采用 MaxLength = a/3，代表 case 的 medium→fine 变化达 10⁻¹⁰ 量级。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613648" y="4187952"/>
            <a:ext cx="2651760" cy="877824"/>
          </a:xfrm>
          <a:prstGeom prst="rect">
            <a:avLst/>
          </a:prstGeom>
          <a:solidFill>
            <a:srgbClr val="EAF5EF"/>
          </a:solidFill>
          <a:ln w="12700">
            <a:solidFill>
              <a:srgbClr val="3F8F5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全部 7 case 已用 medium mesh 重算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" y="5596128"/>
            <a:ext cx="3063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SFx = |B0,x| / |Bcenter,x|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屏蔽因子采用目标方向分量，不再使用矢量模 Mag_B。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4160520" y="5596128"/>
            <a:ext cx="3063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3F8F5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IntH2 = ∫V H²vc dV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虚拟 pickup 线圈输出磁噪声相关几何损耗指标。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662672" y="5596128"/>
            <a:ext cx="3063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8B2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MaxLength = a / 3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薄铁氧体层采用统一厚度方向网格控制。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67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当前结果与下一步工作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6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mesh-converged 横向连续壳结果显示：等体积四层结构在本轮候选中兼具最高 SFx 与最低 IntH2_total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2194560" cy="45720"/>
          </a:xfrm>
          <a:prstGeom prst="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645920" cy="2560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等体积屏蔽性能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4334256"/>
            <a:ext cx="4251960" cy="0"/>
          </a:xfrm>
          <a:prstGeom prst="line">
            <a:avLst/>
          </a:prstGeom>
          <a:noFill/>
          <a:ln w="12700">
            <a:solidFill>
              <a:srgbClr val="D3D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47088"/>
            <a:ext cx="0" cy="2487168"/>
          </a:xfrm>
          <a:prstGeom prst="line">
            <a:avLst/>
          </a:prstGeom>
          <a:noFill/>
          <a:ln w="12700">
            <a:solidFill>
              <a:srgbClr val="D3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2768" y="225436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2.845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664208" y="2565258"/>
            <a:ext cx="658368" cy="176899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08176" y="444398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66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N=1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D66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0.60mm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98648" y="2161715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2.994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90088" y="2472611"/>
            <a:ext cx="658368" cy="1861645"/>
          </a:xfrm>
          <a:prstGeom prst="rect">
            <a:avLst/>
          </a:prstGeom>
          <a:solidFill>
            <a:srgbClr val="3F8F5F"/>
          </a:solidFill>
          <a:ln>
            <a:solidFill>
              <a:srgbClr val="3F8F5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34056" y="444398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66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N=3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D66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0.20mm×3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24528" y="1766877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3.629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15968" y="2077773"/>
            <a:ext cx="658368" cy="2256483"/>
          </a:xfrm>
          <a:prstGeom prst="rect">
            <a:avLst/>
          </a:prstGeom>
          <a:solidFill>
            <a:srgbClr val="E38B29"/>
          </a:solidFill>
          <a:ln>
            <a:solidFill>
              <a:srgbClr val="E38B2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59936" y="444398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66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N=4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D66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0.15mm×4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13232" y="4956048"/>
            <a:ext cx="4160520" cy="585216"/>
          </a:xfrm>
          <a:prstGeom prst="rect">
            <a:avLst/>
          </a:prstGeom>
          <a:solidFill>
            <a:srgbClr val="FFF2E1"/>
          </a:solidFill>
          <a:ln w="12700">
            <a:solidFill>
              <a:srgbClr val="E38B2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N=4 相比 N=1：SFx 提升约 27.6%，总径向占用仅从 0.60 mm 增至 0.84 mm。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5349240" y="1298448"/>
            <a:ext cx="1691640" cy="256032"/>
          </a:xfrm>
          <a:prstGeom prst="rect">
            <a:avLst/>
          </a:prstGeom>
          <a:solidFill>
            <a:srgbClr val="3F8F5F"/>
          </a:solidFill>
          <a:ln>
            <a:solidFill>
              <a:srgbClr val="3F8F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磁噪声相关损耗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49240" y="1773936"/>
            <a:ext cx="2743200" cy="30175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等体积组 IntH2_total（A²m）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376672" y="2176272"/>
            <a:ext cx="2011680" cy="292608"/>
          </a:xfrm>
          <a:prstGeom prst="rect">
            <a:avLst/>
          </a:prstGeom>
          <a:solidFill>
            <a:srgbClr val="F4F7FA"/>
          </a:solidFill>
          <a:ln w="8890">
            <a:solidFill>
              <a:srgbClr val="D3DC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C1_N1_t060_x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7424928" y="2176272"/>
            <a:ext cx="960120" cy="292608"/>
          </a:xfrm>
          <a:prstGeom prst="rect">
            <a:avLst/>
          </a:prstGeom>
          <a:solidFill>
            <a:srgbClr val="F4F7FA"/>
          </a:solidFill>
          <a:ln w="8890">
            <a:solidFill>
              <a:srgbClr val="D3DC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4.649e-06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5376672" y="2542032"/>
            <a:ext cx="2011680" cy="292608"/>
          </a:xfrm>
          <a:prstGeom prst="rect">
            <a:avLst/>
          </a:prstGeom>
          <a:solidFill>
            <a:srgbClr val="F4F7FA"/>
          </a:solidFill>
          <a:ln w="8890">
            <a:solidFill>
              <a:srgbClr val="D3DC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C2_N3_t020_g010_x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7424928" y="2542032"/>
            <a:ext cx="960120" cy="292608"/>
          </a:xfrm>
          <a:prstGeom prst="rect">
            <a:avLst/>
          </a:prstGeom>
          <a:solidFill>
            <a:srgbClr val="F4F7FA"/>
          </a:solidFill>
          <a:ln w="8890">
            <a:solidFill>
              <a:srgbClr val="D3DC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4.381e-06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5376672" y="2907792"/>
            <a:ext cx="2011680" cy="292608"/>
          </a:xfrm>
          <a:prstGeom prst="rect">
            <a:avLst/>
          </a:prstGeom>
          <a:solidFill>
            <a:srgbClr val="EAF5EF"/>
          </a:solidFill>
          <a:ln w="8890">
            <a:solidFill>
              <a:srgbClr val="3F8F5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C2_N4_t015_g008_x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7424928" y="2907792"/>
            <a:ext cx="960120" cy="292608"/>
          </a:xfrm>
          <a:prstGeom prst="rect">
            <a:avLst/>
          </a:prstGeom>
          <a:solidFill>
            <a:srgbClr val="EAF5EF"/>
          </a:solidFill>
          <a:ln w="8890">
            <a:solidFill>
              <a:srgbClr val="3F8F5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4.160e-06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358384" y="3493008"/>
            <a:ext cx="2743200" cy="310896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N=4 层分辨 IntH2 占比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376672" y="3968496"/>
            <a:ext cx="604236" cy="475488"/>
          </a:xfrm>
          <a:prstGeom prst="rect">
            <a:avLst/>
          </a:prstGeom>
          <a:solidFill>
            <a:srgbClr val="1F4E79"/>
          </a:solidFill>
          <a:ln w="635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19.5%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5990052" y="3968496"/>
            <a:ext cx="613672" cy="475488"/>
          </a:xfrm>
          <a:prstGeom prst="rect">
            <a:avLst/>
          </a:prstGeom>
          <a:solidFill>
            <a:srgbClr val="2D9CDB"/>
          </a:solidFill>
          <a:ln w="635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19.8%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612868" y="3968496"/>
            <a:ext cx="638836" cy="475488"/>
          </a:xfrm>
          <a:prstGeom prst="rect">
            <a:avLst/>
          </a:prstGeom>
          <a:solidFill>
            <a:srgbClr val="3F8F5F"/>
          </a:solidFill>
          <a:ln w="635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L3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20.6%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7260848" y="3968496"/>
            <a:ext cx="1249070" cy="475488"/>
          </a:xfrm>
          <a:prstGeom prst="rect">
            <a:avLst/>
          </a:prstGeom>
          <a:solidFill>
            <a:srgbClr val="E38B29"/>
          </a:solidFill>
          <a:ln w="635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L4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40.0%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5358384" y="4718304"/>
            <a:ext cx="3063240" cy="658368"/>
          </a:xfrm>
          <a:prstGeom prst="rect">
            <a:avLst/>
          </a:prstGeom>
          <a:solidFill>
            <a:srgbClr val="EAF5EF"/>
          </a:solidFill>
          <a:ln w="12700">
            <a:solidFill>
              <a:srgbClr val="3F8F5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外层贡献最大，说明仅看总厚度不足以解释磁噪声几何因子；需要保留层分辨分析。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9098280" y="1298448"/>
            <a:ext cx="1325880" cy="256032"/>
          </a:xfrm>
          <a:prstGeom prst="rect">
            <a:avLst/>
          </a:prstGeom>
          <a:solidFill>
            <a:srgbClr val="E38B29"/>
          </a:solidFill>
          <a:ln>
            <a:solidFill>
              <a:srgbClr val="E38B2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下一步计划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887968" y="1737360"/>
            <a:ext cx="2724912" cy="3063240"/>
          </a:xfrm>
          <a:prstGeom prst="rect">
            <a:avLst/>
          </a:prstGeom>
          <a:solidFill>
            <a:srgbClr val="FFF2E1"/>
          </a:solidFill>
          <a:ln w="12700">
            <a:solidFill>
              <a:srgbClr val="E38B2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补充 z 向轴向屏蔽结果，避免把横向结论外推到开口端泄漏问题。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建立分段壳模型：12 段、1.6 mm 周向缝，对齐/错位两种排列。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开展 μr′ = 500 / 2000 / 5000 敏感性分析，验证排序鲁棒性。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导出外场与 H²vc 场图，支撑多层机理解释。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推进 Helmholtz 线圈 + 中心磁力仪的 SFx 实验验证。</a:t>
            </a:r>
            <a:endParaRPr lang="en-US" sz="1240" dirty="0"/>
          </a:p>
        </p:txBody>
      </p:sp>
      <p:sp>
        <p:nvSpPr>
          <p:cNvPr id="34" name="Text 32"/>
          <p:cNvSpPr/>
          <p:nvPr/>
        </p:nvSpPr>
        <p:spPr>
          <a:xfrm>
            <a:off x="8887968" y="5175504"/>
            <a:ext cx="2724912" cy="786384"/>
          </a:xfrm>
          <a:prstGeom prst="rect">
            <a:avLst/>
          </a:prstGeom>
          <a:solidFill>
            <a:srgbClr val="FDEBEC"/>
          </a:solidFill>
          <a:ln w="12700">
            <a:solidFill>
              <a:srgbClr val="C850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2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当前结论边界：仅适用于已验证的横向连续壳仿真；尚不能作为轴向、分段装配或最终仪器级推荐。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67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多层薄铁氧体圆柱壳磁屏蔽仿真与论文进展</dc:title>
  <dc:subject>多层薄铁氧体圆柱壳磁屏蔽仿真与论文进展</dc:subject>
  <dc:creator>OpenAI</dc:creator>
  <cp:lastModifiedBy>OpenAI</cp:lastModifiedBy>
  <cp:revision>1</cp:revision>
  <dcterms:created xsi:type="dcterms:W3CDTF">2026-05-30T06:02:52Z</dcterms:created>
  <dcterms:modified xsi:type="dcterms:W3CDTF">2026-05-30T06:02:52Z</dcterms:modified>
</cp:coreProperties>
</file>